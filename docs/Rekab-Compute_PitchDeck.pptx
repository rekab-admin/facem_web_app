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365760"/>
            <a:ext cx="3200400" cy="3200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554480"/>
            <a:ext cx="141732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83480" y="1554480"/>
            <a:ext cx="141732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1901952"/>
            <a:ext cx="80467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901952"/>
            <a:ext cx="93268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901952"/>
            <a:ext cx="93268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Rekab-Compute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Facial Measurement for the Future of Eyewear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June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6576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Eyewear Return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frames from inaccurate measurements drive expensive returns and poor customer experience.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6576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±4 mm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Self-Measured PD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rulers and mirror methods are imprecise. Even small PD errors cause headaches and visual strain.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6576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API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Measurement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Opticians, DTC brands, and telehealth providers each solve this in isolation — a fragmented, costly mess.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$147B global eyewear market with no accurate at-home measurement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Rekab-Compute uses computer vision and a credit card to deliver optician-grade measurements from any camera.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554480" cy="1691640"/>
          </a:xfrm>
          <a:prstGeom prst="rect">
            <a:avLst>
              <a:gd name="adj" fmla="val 4706"/>
            </a:avLst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±1.0mm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Pupillary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9112" y="1417320"/>
            <a:ext cx="1554480" cy="1691640"/>
          </a:xfrm>
          <a:prstGeom prst="rect">
            <a:avLst>
              <a:gd name="adj" fmla="val 4706"/>
            </a:avLst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±1.5mm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84832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58184" y="1417320"/>
            <a:ext cx="1554480" cy="1691640"/>
          </a:xfrm>
          <a:prstGeom prst="rect">
            <a:avLst>
              <a:gd name="adj" fmla="val 4706"/>
            </a:avLst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±1.5mm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03904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77256" y="1417320"/>
            <a:ext cx="1554480" cy="1691640"/>
          </a:xfrm>
          <a:prstGeom prst="rect">
            <a:avLst>
              <a:gd name="adj" fmla="val 4706"/>
            </a:avLst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22976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±2.0mm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22976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96328" y="1417320"/>
            <a:ext cx="1554480" cy="1691640"/>
          </a:xfrm>
          <a:prstGeom prst="rect">
            <a:avLst>
              <a:gd name="adj" fmla="val 4706"/>
            </a:avLst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2048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±2.5mm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42048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Camera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web app on any device — no install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9476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credit card (or ruler) to the face. System detects it instantly.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7512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048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maps 468 landmarks. Results in 30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7810 ID-1 · 85.60 × 53.98 mm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card flat at eye level in same focal plane as eyes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4 card corners via OpenCV contour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applied for perspective correction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mm/pixel scale factor locked after 1.5 seconds of stability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green overlay confirms detection — red if not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accuracy: ±0.8–1.2 mm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393192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60120"/>
            <a:ext cx="3931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353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Ruler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(mm) or Imperial (in)  · Min 80mm visible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holds ruler horizontally at chin or forehead 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Tick-mark detection via Hough line transforms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 extracts mm/pixel ratio from graduations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gyroscope detects tilt and prompts correction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standard ruler formats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accuracy: ±1.0–1.5 mm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browser-native — no app install, no server-side video 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facial landmarks + iris refinement (10 pts/eye), runs in browser via WASM/WebGL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detection, Hough transforms, homography for reference object calibration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4864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67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 + OffscreenCanvas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processing off main thread — zero UI jank at 30 fps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getUserMedia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camera stream on all modern browsers including Safari, Chrome, Firefox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 Head 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yaw/pitch estimation — frames rejected if head tilt &gt; 5°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54864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Filtering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30-frame rolling average with interquartile range rejection for robust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2286000"/>
            <a:ext cx="1280160" cy="1280160"/>
          </a:xfrm>
          <a:prstGeom prst="ellipse">
            <a:avLst/>
          </a:prstGeom>
          <a:solidFill>
            <a:srgbClr val="13223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93192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 ms inference  ·  &lt; 45 sec end-to-end  ·  &lt; 50 KB bundle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Third-Party Integration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388620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v1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PKCE authentication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 / retrieve / delete endpoints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payload with confidence scores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events: session.complete, session.failed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delete endpoint — data removed in 24hrs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interactive 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100 sessions/min per key (configurable)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886200" cy="388620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789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SDKs &amp; Integrations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157276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TypeScript SDK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0" y="16093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@rekab-compute/sdk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207568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Library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21122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@rekab-compute/react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57860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Swift SDK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0" y="26151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CocoaPods / SPM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308152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Kotlin SDK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311810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/ Gradle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639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Integrations: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App  ·  WooCommerce Plugin  ·  Epic / Athena EHR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/v1/sessions  →  { "pd_total_mm": 63.2, "confidence_score": 87, "bridge_width_mm": 18.5 ... 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Widget &amp; Custom Assessments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embed Rekab-Compute in their e-commerce flow — fully branded, no Rekab-Compute logo required.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200400" cy="3566160"/>
          </a:xfrm>
          <a:prstGeom prst="rect">
            <a:avLst>
              <a:gd name="adj" fmla="val 2857"/>
            </a:avLst>
          </a:prstGeom>
          <a:solidFill>
            <a:srgbClr val="0D1F33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Config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brandColor, logoUrl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measurementSet (subset)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calibrationMethod: auto/card/ruler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+ units (mm or inches)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light / dark / 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onComplete callback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customInstructions (HTML)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4983480" cy="3566160"/>
          </a:xfrm>
          <a:prstGeom prst="rect">
            <a:avLst>
              <a:gd name="adj" fmla="val 2564"/>
            </a:avLst>
          </a:prstGeom>
          <a:solidFill>
            <a:srgbClr val="0D1F33"/>
          </a:solidFill>
          <a:ln w="63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3716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Assessment Builder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Question Types: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Single-choice, multi-choice, slider, image-choice, open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Branching Logic: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questions based on answers or measurement outcomes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Frame Recommender: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761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face width + lens height to S/M/L frame size suggestions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Rx Input: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sphere, cylinder, axis, add power capture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675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Export: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CSV, or direct CRM/EHR push via webhook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templates: Prescription Fit Check  ·  Frame Size Recommender  ·  Progressive Lens Suitability  ·  Kids Fit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43000" y="1005840"/>
            <a:ext cx="685800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5880" y="1069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596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$147B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Eyewear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2194560"/>
            <a:ext cx="5029200" cy="1005840"/>
          </a:xfrm>
          <a:prstGeom prst="rect">
            <a:avLst/>
          </a:prstGeom>
          <a:solidFill>
            <a:srgbClr val="DBEAFE"/>
          </a:solidFill>
          <a:ln w="19050">
            <a:solidFill>
              <a:srgbClr val="0096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22585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402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DTC Eyewear 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3383280"/>
            <a:ext cx="3200400" cy="1005840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4472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Widget Platform Revenue (5yr)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2560320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27%  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online eyewear growth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2560320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1B+  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5196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needing corrective lenses worldwide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572000"/>
            <a:ext cx="2560320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60%  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would try virtual/digital fitting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sessions/month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drives adoption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60120"/>
            <a:ext cx="26974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sessions/month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measurements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widget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+ Assessment Builder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DTC brands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960120"/>
            <a:ext cx="269748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936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sessions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uptime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 available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+ onboarding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Optical chains, EHR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Milestones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+ ruler calibration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+ bridge measurement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578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3035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/ Chrome web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96312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960120"/>
            <a:ext cx="201168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measurements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40" y="2578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builder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3035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widget SDK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72584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960120"/>
            <a:ext cx="201168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64024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2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 depth (iOS)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82312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+ WooCommerce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2" y="2578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82312" y="3035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BAA, Enterprise SSO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48856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48856" y="960120"/>
            <a:ext cx="2011680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13–18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58584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 recommender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58584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58584" y="2578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kiosk mode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58584" y="3035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 localization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4645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KPI Targets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617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±1.0mm PD accuracy on 90%+ sessions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" y="4956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session completion rate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5760" y="5294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monthly sessions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0" y="4617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live API integrations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0" y="4956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45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2743200"/>
          </a:xfrm>
          <a:prstGeom prst="ellipse">
            <a:avLst/>
          </a:prstGeom>
          <a:solidFill>
            <a:srgbClr val="132238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8587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151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pipeline, API, SDKs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4531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471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Partnerships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745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integrations, brand deals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8587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4151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security, SOC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4531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4471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4745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ops, finance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Rekab-Compute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layer for the future of online eyewear.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$147B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±1mm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hello@rekab-compute.io  ·  rekab-compute.io  ·  @rekab-compute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evator Pitch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2-Minute Elevator Pitch</a:t>
            </a:r>
            <a:r>
              <a:rPr lang="en-US" sz="1800" b="0" dirty="0">
                <a:solidFill>
                  <a:srgbClr val="00B4D8"/>
                </a:solidFill>
                <a:latin typeface="Calibri" pitchFamily="34" charset="0"/>
              </a:rPr>
              <a:t xml:space="preserve">   — Speaker Reference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LeftCol"/>
          <p:cNvSpPr/>
          <p:nvPr/>
        </p:nvSpPr>
        <p:spPr>
          <a:xfrm>
            <a:off x="457200" y="800100"/>
            <a:ext cx="39624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 anchor="t"/>
          <a:lstStyle/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HOOK  ●  0:00–0:20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“One in three pairs of glasses bought online gets returned. Not because the glasses are bad — because they don’t fit. That’s a $5 billion problem the industry has accepted as normal.”</a:t>
            </a:r>
          </a:p>
          <a:p>
            <a:pPr indent="0" marL="0" spcBef="80">
              <a:buNone/>
            </a:pPr>
            <a:r>
              <a:rPr lang="en-US" sz="600" dirty="0"/>
              <a:t/>
            </a:r>
          </a:p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PROBLEM  ●  0:20–0:45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“The root cause is measurement. An accurate pupillary distance — the key number for any prescription lens — requires an optometrist or a $1,500 instrument. Online brands have been telling customers to hold a ruler to their face.”</a:t>
            </a:r>
          </a:p>
          <a:p>
            <a:pPr indent="0" marL="0" spcBef="80">
              <a:buNone/>
            </a:pPr>
            <a:r>
              <a:rPr lang="en-US" sz="600" dirty="0"/>
              <a:t/>
            </a:r>
          </a:p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SOLUTION  ●  0:45–1:10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“Rekab-Compute solves this with a credit card and a phone camera. Our computer vision engine delivers optician-grade measurements — PD, bridge width, temple length — in under 60 seconds, from any browser, no app install. Accuracy: plus or minus one millimeter. Clinical hardware precision, in software.”</a:t>
            </a:r>
          </a:p>
        </p:txBody>
      </p:sp>
      <p:sp>
        <p:nvSpPr>
          <p:cNvPr id="5" name="RightCol"/>
          <p:cNvSpPr/>
          <p:nvPr/>
        </p:nvSpPr>
        <p:spPr>
          <a:xfrm>
            <a:off x="4724400" y="800100"/>
            <a:ext cx="39624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 anchor="t"/>
          <a:lstStyle/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BUSINESS MODEL  ●  1:10–1:30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“We sell via API — brands integrate in an afternoon and cut returns immediately. Developer tier is free to start; growth accounts subscribe monthly. For optical chains going digital, we replace their $800–$3,000 pupillometers with a per-location software subscription.”</a:t>
            </a:r>
          </a:p>
          <a:p>
            <a:pPr indent="0" marL="0" spcBef="80">
              <a:buNone/>
            </a:pPr>
            <a:r>
              <a:rPr lang="en-US" sz="600" dirty="0"/>
              <a:t/>
            </a:r>
          </a:p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MARKET  ●  1:30–1:45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“The global eyewear market is $181 billion and growing 7% a year. Online is 22% of that and accelerating. Every DTC brand, every optical chain, every telehealth provider writing prescriptions remotely needs what we built. The software layer opportunity exceeds $3 billion.”</a:t>
            </a:r>
          </a:p>
          <a:p>
            <a:pPr indent="0" marL="0" spcBef="80">
              <a:buNone/>
            </a:pPr>
            <a:r>
              <a:rPr lang="en-US" sz="600" dirty="0"/>
              <a:t/>
            </a:r>
          </a:p>
          <a:p>
            <a:pPr indent="0" marL="0" spcBef="0">
              <a:buNone/>
            </a:pPr>
            <a:r>
              <a:rPr lang="en-US" sz="1100" b="1" spc="200" dirty="0">
                <a:solidFill>
                  <a:srgbClr val="00B4D8"/>
                </a:solidFill>
                <a:latin typeface="Calibri" pitchFamily="34" charset="0"/>
              </a:rPr>
              <a:t>CLOSE  ●  1:45–2:00</a:t>
            </a:r>
          </a:p>
          <a:p>
            <a:pPr indent="0" marL="0" spcBef="120">
              <a:buNone/>
            </a:pPr>
            <a:r>
              <a:rPr lang="en-US" sz="1300" b="0" dirty="0">
                <a:solidFill>
                  <a:srgbClr val="E8F4F8"/>
                </a:solidFill>
                <a:latin typeface="Calibri" pitchFamily="34" charset="0"/>
              </a:rPr>
              <a:t>“We’re raising $350K–$500K pre-seed to land our first 20 paying API customers. If you work with eyewear brands, optical retail, or telehealth — or invest at the intersection of computer vision and healthcare — I’d love five minutes to show you the demo.”</a:t>
            </a:r>
          </a:p>
        </p:txBody>
      </p:sp>
      <p:sp>
        <p:nvSpPr>
          <p:cNvPr id="6" name="ColDivider"/>
          <p:cNvSpPr/>
          <p:nvPr/>
        </p:nvSpPr>
        <p:spPr>
          <a:xfrm>
            <a:off x="4419600" y="800100"/>
            <a:ext cx="22860" cy="5600000"/>
          </a:xfrm>
          <a:prstGeom prst="rect">
            <a:avLst/>
          </a:prstGeom>
          <a:solidFill>
            <a:srgbClr val="00B4D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Footer"/>
          <p:cNvSpPr/>
          <p:nvPr/>
        </p:nvSpPr>
        <p:spPr>
          <a:xfrm>
            <a:off x="457200" y="6096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0" dirty="0">
                <a:solidFill>
                  <a:srgbClr val="4A7C9E"/>
                </a:solidFill>
                <a:latin typeface="Calibri" pitchFamily="34" charset="0"/>
              </a:rPr>
              <a:t>~260 words at 130 wpm  •  Total delivery time: 2 minutes  •  CONFIDENTIAL  —  Rekab-Compute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Rekab-Compute — Investor Pitch</dc:title>
  <dc:subject>PptxGenJS Presentation</dc:subject>
  <dc:creator>PptxGenJS</dc:creator>
  <cp:lastModifiedBy>PptxGenJS</cp:lastModifiedBy>
  <cp:revision>1</cp:revision>
  <dcterms:created xsi:type="dcterms:W3CDTF">2026-06-05T20:23:51Z</dcterms:created>
  <dcterms:modified xsi:type="dcterms:W3CDTF">2026-06-05T20:23:51Z</dcterms:modified>
</cp:coreProperties>
</file>